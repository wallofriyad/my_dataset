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Londrina Solid" charset="1" panose="00000500000000000000"/>
      <p:regular r:id="rId32"/>
    </p:embeddedFont>
    <p:embeddedFont>
      <p:font typeface="Cloud" charset="1" panose="02000000000000000000"/>
      <p:regular r:id="rId33"/>
    </p:embeddedFont>
    <p:embeddedFont>
      <p:font typeface="Loubag" charset="1" panose="02020A03060303060403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notesMasters/notesMaster1.xml" Type="http://schemas.openxmlformats.org/officeDocument/2006/relationships/notesMaster"/><Relationship Id="rId3" Target="viewProps.xml" Type="http://schemas.openxmlformats.org/officeDocument/2006/relationships/viewProps"/><Relationship Id="rId30" Target="theme/theme2.xml" Type="http://schemas.openxmlformats.org/officeDocument/2006/relationships/theme"/><Relationship Id="rId31" Target="notesSlides/notesSlide1.xml" Type="http://schemas.openxmlformats.org/officeDocument/2006/relationships/notes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Name: Md. Riyad Ahmed Hridoy</a:t>
            </a:r>
          </a:p>
          <a:p>
            <a:r>
              <a:rPr lang="en-US"/>
              <a:t>ID:2024-3-27-044</a:t>
            </a:r>
          </a:p>
          <a:p>
            <a:r>
              <a:rPr lang="en-US"/>
              <a:t>Couse Name: Linear Algebra (MAT291)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15.png" Type="http://schemas.openxmlformats.org/officeDocument/2006/relationships/image"/><Relationship Id="rId18" Target="../media/image16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png" Type="http://schemas.openxmlformats.org/officeDocument/2006/relationships/image"/><Relationship Id="rId12" Target="../media/image44.png" Type="http://schemas.openxmlformats.org/officeDocument/2006/relationships/image"/><Relationship Id="rId13" Target="../media/image45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png" Type="http://schemas.openxmlformats.org/officeDocument/2006/relationships/image"/><Relationship Id="rId12" Target="../media/image48.png" Type="http://schemas.openxmlformats.org/officeDocument/2006/relationships/image"/><Relationship Id="rId13" Target="../media/image49.png" Type="http://schemas.openxmlformats.org/officeDocument/2006/relationships/image"/><Relationship Id="rId14" Target="../media/image50.gif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png" Type="http://schemas.openxmlformats.org/officeDocument/2006/relationships/image"/><Relationship Id="rId12" Target="../media/image57.png" Type="http://schemas.openxmlformats.org/officeDocument/2006/relationships/image"/><Relationship Id="rId13" Target="../media/image58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png" Type="http://schemas.openxmlformats.org/officeDocument/2006/relationships/image"/><Relationship Id="rId12" Target="../media/image61.png" Type="http://schemas.openxmlformats.org/officeDocument/2006/relationships/image"/><Relationship Id="rId13" Target="../media/image62.png" Type="http://schemas.openxmlformats.org/officeDocument/2006/relationships/image"/><Relationship Id="rId14" Target="../media/image50.gif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png" Type="http://schemas.openxmlformats.org/officeDocument/2006/relationships/image"/><Relationship Id="rId12" Target="../media/image67.png" Type="http://schemas.openxmlformats.org/officeDocument/2006/relationships/image"/><Relationship Id="rId13" Target="../media/image68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11" Target="../media/image70.png" Type="http://schemas.openxmlformats.org/officeDocument/2006/relationships/image"/><Relationship Id="rId12" Target="../media/image71.png" Type="http://schemas.openxmlformats.org/officeDocument/2006/relationships/image"/><Relationship Id="rId13" Target="../media/image72.png" Type="http://schemas.openxmlformats.org/officeDocument/2006/relationships/image"/><Relationship Id="rId14" Target="../media/image50.gif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11" Target="../media/image78.png" Type="http://schemas.openxmlformats.org/officeDocument/2006/relationships/image"/><Relationship Id="rId12" Target="../media/image79.png" Type="http://schemas.openxmlformats.org/officeDocument/2006/relationships/image"/><Relationship Id="rId13" Target="../media/image80.png" Type="http://schemas.openxmlformats.org/officeDocument/2006/relationships/image"/><Relationship Id="rId2" Target="../media/image73.png" Type="http://schemas.openxmlformats.org/officeDocument/2006/relationships/image"/><Relationship Id="rId3" Target="../media/image7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75.png" Type="http://schemas.openxmlformats.org/officeDocument/2006/relationships/image"/><Relationship Id="rId7" Target="../media/image76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11" Target="../media/image82.png" Type="http://schemas.openxmlformats.org/officeDocument/2006/relationships/image"/><Relationship Id="rId12" Target="../media/image83.png" Type="http://schemas.openxmlformats.org/officeDocument/2006/relationships/image"/><Relationship Id="rId13" Target="../media/image84.png" Type="http://schemas.openxmlformats.org/officeDocument/2006/relationships/image"/><Relationship Id="rId14" Target="../media/image50.gif" Type="http://schemas.openxmlformats.org/officeDocument/2006/relationships/image"/><Relationship Id="rId2" Target="../media/image73.png" Type="http://schemas.openxmlformats.org/officeDocument/2006/relationships/image"/><Relationship Id="rId3" Target="../media/image7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75.png" Type="http://schemas.openxmlformats.org/officeDocument/2006/relationships/image"/><Relationship Id="rId7" Target="../media/image76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7.png" Type="http://schemas.openxmlformats.org/officeDocument/2006/relationships/image"/><Relationship Id="rId11" Target="../media/image88.png" Type="http://schemas.openxmlformats.org/officeDocument/2006/relationships/image"/><Relationship Id="rId12" Target="../media/image89.png" Type="http://schemas.openxmlformats.org/officeDocument/2006/relationships/image"/><Relationship Id="rId13" Target="../media/image90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85.png" Type="http://schemas.openxmlformats.org/officeDocument/2006/relationships/image"/><Relationship Id="rId9" Target="../media/image8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1.png" Type="http://schemas.openxmlformats.org/officeDocument/2006/relationships/image"/><Relationship Id="rId11" Target="../media/image92.png" Type="http://schemas.openxmlformats.org/officeDocument/2006/relationships/image"/><Relationship Id="rId12" Target="../media/image93.png" Type="http://schemas.openxmlformats.org/officeDocument/2006/relationships/image"/><Relationship Id="rId13" Target="../media/image94.png" Type="http://schemas.openxmlformats.org/officeDocument/2006/relationships/image"/><Relationship Id="rId14" Target="../media/image50.gif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85.png" Type="http://schemas.openxmlformats.org/officeDocument/2006/relationships/image"/><Relationship Id="rId9" Target="../media/image8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7.png" Type="http://schemas.openxmlformats.org/officeDocument/2006/relationships/image"/><Relationship Id="rId11" Target="../media/image98.png" Type="http://schemas.openxmlformats.org/officeDocument/2006/relationships/image"/><Relationship Id="rId12" Target="../media/image99.png" Type="http://schemas.openxmlformats.org/officeDocument/2006/relationships/image"/><Relationship Id="rId13" Target="../media/image100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95.png" Type="http://schemas.openxmlformats.org/officeDocument/2006/relationships/image"/><Relationship Id="rId9" Target="../media/image9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png" Type="http://schemas.openxmlformats.org/officeDocument/2006/relationships/image"/><Relationship Id="rId11" Target="../media/image102.png" Type="http://schemas.openxmlformats.org/officeDocument/2006/relationships/image"/><Relationship Id="rId12" Target="../media/image103.png" Type="http://schemas.openxmlformats.org/officeDocument/2006/relationships/image"/><Relationship Id="rId13" Target="../media/image104.png" Type="http://schemas.openxmlformats.org/officeDocument/2006/relationships/image"/><Relationship Id="rId14" Target="../media/image50.gif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95.png" Type="http://schemas.openxmlformats.org/officeDocument/2006/relationships/image"/><Relationship Id="rId9" Target="../media/image9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7.png" Type="http://schemas.openxmlformats.org/officeDocument/2006/relationships/image"/><Relationship Id="rId11" Target="../media/image108.png" Type="http://schemas.openxmlformats.org/officeDocument/2006/relationships/image"/><Relationship Id="rId12" Target="../media/image109.png" Type="http://schemas.openxmlformats.org/officeDocument/2006/relationships/image"/><Relationship Id="rId13" Target="../media/image110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105.png" Type="http://schemas.openxmlformats.org/officeDocument/2006/relationships/image"/><Relationship Id="rId9" Target="../media/image10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1.png" Type="http://schemas.openxmlformats.org/officeDocument/2006/relationships/image"/><Relationship Id="rId11" Target="../media/image112.png" Type="http://schemas.openxmlformats.org/officeDocument/2006/relationships/image"/><Relationship Id="rId12" Target="../media/image113.png" Type="http://schemas.openxmlformats.org/officeDocument/2006/relationships/image"/><Relationship Id="rId13" Target="../media/image114.png" Type="http://schemas.openxmlformats.org/officeDocument/2006/relationships/image"/><Relationship Id="rId14" Target="../media/image50.gif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105.png" Type="http://schemas.openxmlformats.org/officeDocument/2006/relationships/image"/><Relationship Id="rId9" Target="../media/image10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7.png" Type="http://schemas.openxmlformats.org/officeDocument/2006/relationships/image"/><Relationship Id="rId11" Target="../media/image118.png" Type="http://schemas.openxmlformats.org/officeDocument/2006/relationships/image"/><Relationship Id="rId12" Target="../media/image119.png" Type="http://schemas.openxmlformats.org/officeDocument/2006/relationships/image"/><Relationship Id="rId13" Target="../media/image120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115.png" Type="http://schemas.openxmlformats.org/officeDocument/2006/relationships/image"/><Relationship Id="rId9" Target="../media/image11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1.png" Type="http://schemas.openxmlformats.org/officeDocument/2006/relationships/image"/><Relationship Id="rId11" Target="../media/image122.png" Type="http://schemas.openxmlformats.org/officeDocument/2006/relationships/image"/><Relationship Id="rId12" Target="../media/image123.png" Type="http://schemas.openxmlformats.org/officeDocument/2006/relationships/image"/><Relationship Id="rId13" Target="../media/image124.png" Type="http://schemas.openxmlformats.org/officeDocument/2006/relationships/image"/><Relationship Id="rId14" Target="../media/image50.gif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115.png" Type="http://schemas.openxmlformats.org/officeDocument/2006/relationships/image"/><Relationship Id="rId9" Target="../media/image11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7.png" Type="http://schemas.openxmlformats.org/officeDocument/2006/relationships/image"/><Relationship Id="rId11" Target="../media/image128.png" Type="http://schemas.openxmlformats.org/officeDocument/2006/relationships/image"/><Relationship Id="rId12" Target="../media/image129.png" Type="http://schemas.openxmlformats.org/officeDocument/2006/relationships/image"/><Relationship Id="rId13" Target="../media/image130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125.png" Type="http://schemas.openxmlformats.org/officeDocument/2006/relationships/image"/><Relationship Id="rId9" Target="../media/image12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1.png" Type="http://schemas.openxmlformats.org/officeDocument/2006/relationships/image"/><Relationship Id="rId11" Target="../media/image132.png" Type="http://schemas.openxmlformats.org/officeDocument/2006/relationships/image"/><Relationship Id="rId12" Target="../media/image133.png" Type="http://schemas.openxmlformats.org/officeDocument/2006/relationships/image"/><Relationship Id="rId13" Target="../media/image134.png" Type="http://schemas.openxmlformats.org/officeDocument/2006/relationships/image"/><Relationship Id="rId14" Target="../media/image50.gif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125.png" Type="http://schemas.openxmlformats.org/officeDocument/2006/relationships/image"/><Relationship Id="rId5" Target="../media/image126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9.png" Type="http://schemas.openxmlformats.org/officeDocument/2006/relationships/image"/><Relationship Id="rId11" Target="../media/image140.svg" Type="http://schemas.openxmlformats.org/officeDocument/2006/relationships/image"/><Relationship Id="rId12" Target="../media/image141.png" Type="http://schemas.openxmlformats.org/officeDocument/2006/relationships/image"/><Relationship Id="rId13" Target="../media/image142.svg" Type="http://schemas.openxmlformats.org/officeDocument/2006/relationships/image"/><Relationship Id="rId14" Target="../media/image143.png" Type="http://schemas.openxmlformats.org/officeDocument/2006/relationships/image"/><Relationship Id="rId15" Target="../media/image144.svg" Type="http://schemas.openxmlformats.org/officeDocument/2006/relationships/image"/><Relationship Id="rId16" Target="../media/image145.png" Type="http://schemas.openxmlformats.org/officeDocument/2006/relationships/image"/><Relationship Id="rId17" Target="../media/image146.svg" Type="http://schemas.openxmlformats.org/officeDocument/2006/relationships/image"/><Relationship Id="rId18" Target="../media/image23.png" Type="http://schemas.openxmlformats.org/officeDocument/2006/relationships/image"/><Relationship Id="rId19" Target="../media/image24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5.png" Type="http://schemas.openxmlformats.org/officeDocument/2006/relationships/image"/><Relationship Id="rId7" Target="../media/image136.svg" Type="http://schemas.openxmlformats.org/officeDocument/2006/relationships/image"/><Relationship Id="rId8" Target="../media/image137.png" Type="http://schemas.openxmlformats.org/officeDocument/2006/relationships/image"/><Relationship Id="rId9" Target="../media/image13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A3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4607" y="-965885"/>
            <a:ext cx="16140117" cy="13146859"/>
          </a:xfrm>
          <a:custGeom>
            <a:avLst/>
            <a:gdLst/>
            <a:ahLst/>
            <a:cxnLst/>
            <a:rect r="r" b="b" t="t" l="l"/>
            <a:pathLst>
              <a:path h="13146859" w="16140117">
                <a:moveTo>
                  <a:pt x="0" y="0"/>
                </a:moveTo>
                <a:lnTo>
                  <a:pt x="16140117" y="0"/>
                </a:lnTo>
                <a:lnTo>
                  <a:pt x="16140117" y="13146859"/>
                </a:lnTo>
                <a:lnTo>
                  <a:pt x="0" y="131468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02335">
            <a:off x="13784909" y="5582217"/>
            <a:ext cx="2560808" cy="4572872"/>
          </a:xfrm>
          <a:custGeom>
            <a:avLst/>
            <a:gdLst/>
            <a:ahLst/>
            <a:cxnLst/>
            <a:rect r="r" b="b" t="t" l="l"/>
            <a:pathLst>
              <a:path h="4572872" w="2560808">
                <a:moveTo>
                  <a:pt x="0" y="0"/>
                </a:moveTo>
                <a:lnTo>
                  <a:pt x="2560808" y="0"/>
                </a:lnTo>
                <a:lnTo>
                  <a:pt x="2560808" y="4572871"/>
                </a:lnTo>
                <a:lnTo>
                  <a:pt x="0" y="45728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4811">
            <a:off x="3548685" y="-300420"/>
            <a:ext cx="1166544" cy="1683988"/>
          </a:xfrm>
          <a:custGeom>
            <a:avLst/>
            <a:gdLst/>
            <a:ahLst/>
            <a:cxnLst/>
            <a:rect r="r" b="b" t="t" l="l"/>
            <a:pathLst>
              <a:path h="1683988" w="1166544">
                <a:moveTo>
                  <a:pt x="0" y="0"/>
                </a:moveTo>
                <a:lnTo>
                  <a:pt x="1166544" y="0"/>
                </a:lnTo>
                <a:lnTo>
                  <a:pt x="1166544" y="1683988"/>
                </a:lnTo>
                <a:lnTo>
                  <a:pt x="0" y="16839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46187">
            <a:off x="703133" y="6303472"/>
            <a:ext cx="1236960" cy="1659336"/>
          </a:xfrm>
          <a:custGeom>
            <a:avLst/>
            <a:gdLst/>
            <a:ahLst/>
            <a:cxnLst/>
            <a:rect r="r" b="b" t="t" l="l"/>
            <a:pathLst>
              <a:path h="1659336" w="1236960">
                <a:moveTo>
                  <a:pt x="0" y="0"/>
                </a:moveTo>
                <a:lnTo>
                  <a:pt x="1236960" y="0"/>
                </a:lnTo>
                <a:lnTo>
                  <a:pt x="1236960" y="1659336"/>
                </a:lnTo>
                <a:lnTo>
                  <a:pt x="0" y="16593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4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71694">
            <a:off x="1963182" y="8539114"/>
            <a:ext cx="1631143" cy="1438372"/>
          </a:xfrm>
          <a:custGeom>
            <a:avLst/>
            <a:gdLst/>
            <a:ahLst/>
            <a:cxnLst/>
            <a:rect r="r" b="b" t="t" l="l"/>
            <a:pathLst>
              <a:path h="1438372" w="1631143">
                <a:moveTo>
                  <a:pt x="0" y="0"/>
                </a:moveTo>
                <a:lnTo>
                  <a:pt x="1631143" y="0"/>
                </a:lnTo>
                <a:lnTo>
                  <a:pt x="1631143" y="1438372"/>
                </a:lnTo>
                <a:lnTo>
                  <a:pt x="0" y="14383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40274">
            <a:off x="722235" y="1436483"/>
            <a:ext cx="1747604" cy="1753982"/>
          </a:xfrm>
          <a:custGeom>
            <a:avLst/>
            <a:gdLst/>
            <a:ahLst/>
            <a:cxnLst/>
            <a:rect r="r" b="b" t="t" l="l"/>
            <a:pathLst>
              <a:path h="1753982" w="1747604">
                <a:moveTo>
                  <a:pt x="0" y="0"/>
                </a:moveTo>
                <a:lnTo>
                  <a:pt x="1747604" y="0"/>
                </a:lnTo>
                <a:lnTo>
                  <a:pt x="1747604" y="1753982"/>
                </a:lnTo>
                <a:lnTo>
                  <a:pt x="0" y="17539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44075">
            <a:off x="15165725" y="886475"/>
            <a:ext cx="1923313" cy="1258896"/>
          </a:xfrm>
          <a:custGeom>
            <a:avLst/>
            <a:gdLst/>
            <a:ahLst/>
            <a:cxnLst/>
            <a:rect r="r" b="b" t="t" l="l"/>
            <a:pathLst>
              <a:path h="1258896" w="1923313">
                <a:moveTo>
                  <a:pt x="0" y="0"/>
                </a:moveTo>
                <a:lnTo>
                  <a:pt x="1923313" y="0"/>
                </a:lnTo>
                <a:lnTo>
                  <a:pt x="1923313" y="1258896"/>
                </a:lnTo>
                <a:lnTo>
                  <a:pt x="0" y="125889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899757">
            <a:off x="16703202" y="3606210"/>
            <a:ext cx="1112196" cy="1605533"/>
          </a:xfrm>
          <a:custGeom>
            <a:avLst/>
            <a:gdLst/>
            <a:ahLst/>
            <a:cxnLst/>
            <a:rect r="r" b="b" t="t" l="l"/>
            <a:pathLst>
              <a:path h="1605533" w="1112196">
                <a:moveTo>
                  <a:pt x="0" y="0"/>
                </a:moveTo>
                <a:lnTo>
                  <a:pt x="1112196" y="0"/>
                </a:lnTo>
                <a:lnTo>
                  <a:pt x="1112196" y="1605532"/>
                </a:lnTo>
                <a:lnTo>
                  <a:pt x="0" y="160553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64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3039008" y="2896167"/>
            <a:ext cx="11371315" cy="186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23"/>
              </a:lnSpc>
            </a:pPr>
            <a:r>
              <a:rPr lang="en-US" sz="13923" spc="362">
                <a:solidFill>
                  <a:srgbClr val="104950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Linear Algebra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5247" y="5280612"/>
            <a:ext cx="6118836" cy="203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98"/>
              </a:lnSpc>
            </a:pPr>
            <a:r>
              <a:rPr lang="en-US" sz="15298" spc="397">
                <a:solidFill>
                  <a:srgbClr val="A65757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MAT291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49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012"/>
            <a:ext cx="16230600" cy="8638977"/>
            <a:chOff x="0" y="0"/>
            <a:chExt cx="21640800" cy="11518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40800" cy="9679340"/>
            </a:xfrm>
            <a:custGeom>
              <a:avLst/>
              <a:gdLst/>
              <a:ahLst/>
              <a:cxnLst/>
              <a:rect r="r" b="b" t="t" l="l"/>
              <a:pathLst>
                <a:path h="9679340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9679340"/>
                  </a:lnTo>
                  <a:lnTo>
                    <a:pt x="0" y="9679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1839296"/>
              <a:ext cx="21640800" cy="9679340"/>
            </a:xfrm>
            <a:custGeom>
              <a:avLst/>
              <a:gdLst/>
              <a:ahLst/>
              <a:cxnLst/>
              <a:rect r="r" b="b" t="t" l="l"/>
              <a:pathLst>
                <a:path h="9679340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9679340"/>
                  </a:lnTo>
                  <a:lnTo>
                    <a:pt x="0" y="9679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662352">
            <a:off x="13751835" y="4380468"/>
            <a:ext cx="3144219" cy="4097916"/>
          </a:xfrm>
          <a:custGeom>
            <a:avLst/>
            <a:gdLst/>
            <a:ahLst/>
            <a:cxnLst/>
            <a:rect r="r" b="b" t="t" l="l"/>
            <a:pathLst>
              <a:path h="4097916" w="3144219">
                <a:moveTo>
                  <a:pt x="0" y="0"/>
                </a:moveTo>
                <a:lnTo>
                  <a:pt x="3144219" y="0"/>
                </a:lnTo>
                <a:lnTo>
                  <a:pt x="3144219" y="4097916"/>
                </a:lnTo>
                <a:lnTo>
                  <a:pt x="0" y="4097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03774" y="2030968"/>
            <a:ext cx="8774424" cy="329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5"/>
              </a:lnSpc>
            </a:pPr>
            <a:r>
              <a:rPr lang="en-US" sz="12605" spc="327">
                <a:solidFill>
                  <a:srgbClr val="104950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Introduction</a:t>
            </a:r>
          </a:p>
          <a:p>
            <a:pPr algn="l">
              <a:lnSpc>
                <a:spcPts val="1260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603774" y="4333132"/>
            <a:ext cx="10169011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20103"/>
                </a:solidFill>
                <a:latin typeface="Cloud"/>
                <a:ea typeface="Cloud"/>
                <a:cs typeface="Cloud"/>
                <a:sym typeface="Cloud"/>
              </a:rPr>
              <a:t>Name                  : Md Riyad Ahmed Hridoy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20103"/>
                </a:solidFill>
                <a:latin typeface="Cloud"/>
                <a:ea typeface="Cloud"/>
                <a:cs typeface="Cloud"/>
                <a:sym typeface="Cloud"/>
              </a:rPr>
              <a:t>ID                       : 2024-3-27-044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20103"/>
                </a:solidFill>
                <a:latin typeface="Cloud"/>
                <a:ea typeface="Cloud"/>
                <a:cs typeface="Cloud"/>
                <a:sym typeface="Cloud"/>
              </a:rPr>
              <a:t>Student No          : 30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20103"/>
                </a:solidFill>
                <a:latin typeface="Cloud"/>
                <a:ea typeface="Cloud"/>
                <a:cs typeface="Cloud"/>
                <a:sym typeface="Cloud"/>
              </a:rPr>
              <a:t>Course Instructor : Dr. A. K. M. Nazimuddin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657136">
            <a:off x="15524007" y="2861521"/>
            <a:ext cx="1152663" cy="1156870"/>
          </a:xfrm>
          <a:custGeom>
            <a:avLst/>
            <a:gdLst/>
            <a:ahLst/>
            <a:cxnLst/>
            <a:rect r="r" b="b" t="t" l="l"/>
            <a:pathLst>
              <a:path h="1156870" w="1152663">
                <a:moveTo>
                  <a:pt x="0" y="0"/>
                </a:moveTo>
                <a:lnTo>
                  <a:pt x="1152663" y="0"/>
                </a:lnTo>
                <a:lnTo>
                  <a:pt x="1152663" y="1156869"/>
                </a:lnTo>
                <a:lnTo>
                  <a:pt x="0" y="11568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06013">
            <a:off x="10269148" y="7344526"/>
            <a:ext cx="1294711" cy="1242923"/>
          </a:xfrm>
          <a:custGeom>
            <a:avLst/>
            <a:gdLst/>
            <a:ahLst/>
            <a:cxnLst/>
            <a:rect r="r" b="b" t="t" l="l"/>
            <a:pathLst>
              <a:path h="1242923" w="1294711">
                <a:moveTo>
                  <a:pt x="0" y="0"/>
                </a:moveTo>
                <a:lnTo>
                  <a:pt x="1294711" y="0"/>
                </a:lnTo>
                <a:lnTo>
                  <a:pt x="1294711" y="1242923"/>
                </a:lnTo>
                <a:lnTo>
                  <a:pt x="0" y="12429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4494" y="5487728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25497" y="635226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10"/>
                </a:lnTo>
                <a:lnTo>
                  <a:pt x="0" y="2079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25497" y="4272456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32782" y="5692371"/>
            <a:ext cx="2507351" cy="1670522"/>
          </a:xfrm>
          <a:custGeom>
            <a:avLst/>
            <a:gdLst/>
            <a:ahLst/>
            <a:cxnLst/>
            <a:rect r="r" b="b" t="t" l="l"/>
            <a:pathLst>
              <a:path h="1670522" w="2507351">
                <a:moveTo>
                  <a:pt x="0" y="0"/>
                </a:moveTo>
                <a:lnTo>
                  <a:pt x="2507350" y="0"/>
                </a:lnTo>
                <a:lnTo>
                  <a:pt x="2507350" y="1670523"/>
                </a:lnTo>
                <a:lnTo>
                  <a:pt x="0" y="16705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9848" y="115544"/>
            <a:ext cx="18164307" cy="1302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  <a:spcBef>
                <a:spcPct val="0"/>
              </a:spcBef>
            </a:pPr>
            <a:r>
              <a:rPr lang="en-US" sz="7599">
                <a:solidFill>
                  <a:srgbClr val="104950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Topic Title: LU Method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6149" y="2646976"/>
            <a:ext cx="12947681" cy="1038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What is LU Decomposition?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6149" y="5737689"/>
            <a:ext cx="6394502" cy="1417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19"/>
              </a:lnSpc>
              <a:spcBef>
                <a:spcPct val="0"/>
              </a:spcBef>
            </a:pPr>
            <a:r>
              <a:rPr lang="en-US" sz="8299">
                <a:solidFill>
                  <a:srgbClr val="020103"/>
                </a:solidFill>
                <a:latin typeface="Loubag"/>
                <a:ea typeface="Loubag"/>
                <a:cs typeface="Loubag"/>
                <a:sym typeface="Loubag"/>
              </a:rPr>
              <a:t>[N x N]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23495" y="4648029"/>
            <a:ext cx="7198506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Loubag"/>
                <a:ea typeface="Loubag"/>
                <a:cs typeface="Loubag"/>
                <a:sym typeface="Loubag"/>
              </a:rPr>
              <a:t>[N x N] Lower Triangular Matrix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25497" y="6876140"/>
            <a:ext cx="6394502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Loubag"/>
                <a:ea typeface="Loubag"/>
                <a:cs typeface="Loubag"/>
                <a:sym typeface="Loubag"/>
              </a:rPr>
              <a:t>[N x N] Upper Triangular Matrix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084" y="1934333"/>
            <a:ext cx="974616" cy="687229"/>
          </a:xfrm>
          <a:custGeom>
            <a:avLst/>
            <a:gdLst/>
            <a:ahLst/>
            <a:cxnLst/>
            <a:rect r="r" b="b" t="t" l="l"/>
            <a:pathLst>
              <a:path h="687229" w="974616">
                <a:moveTo>
                  <a:pt x="0" y="0"/>
                </a:moveTo>
                <a:lnTo>
                  <a:pt x="974616" y="0"/>
                </a:lnTo>
                <a:lnTo>
                  <a:pt x="974616" y="687229"/>
                </a:lnTo>
                <a:lnTo>
                  <a:pt x="0" y="687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4727" y="3952077"/>
            <a:ext cx="5080630" cy="5080630"/>
          </a:xfrm>
          <a:custGeom>
            <a:avLst/>
            <a:gdLst/>
            <a:ahLst/>
            <a:cxnLst/>
            <a:rect r="r" b="b" t="t" l="l"/>
            <a:pathLst>
              <a:path h="5080630" w="5080630">
                <a:moveTo>
                  <a:pt x="0" y="0"/>
                </a:moveTo>
                <a:lnTo>
                  <a:pt x="5080629" y="0"/>
                </a:lnTo>
                <a:lnTo>
                  <a:pt x="5080629" y="5080630"/>
                </a:lnTo>
                <a:lnTo>
                  <a:pt x="0" y="50806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27408" y="5465100"/>
            <a:ext cx="5049706" cy="5049706"/>
          </a:xfrm>
          <a:custGeom>
            <a:avLst/>
            <a:gdLst/>
            <a:ahLst/>
            <a:cxnLst/>
            <a:rect r="r" b="b" t="t" l="l"/>
            <a:pathLst>
              <a:path h="5049706" w="5049706">
                <a:moveTo>
                  <a:pt x="0" y="0"/>
                </a:moveTo>
                <a:lnTo>
                  <a:pt x="5049706" y="0"/>
                </a:lnTo>
                <a:lnTo>
                  <a:pt x="5049706" y="5049706"/>
                </a:lnTo>
                <a:lnTo>
                  <a:pt x="0" y="5049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27408" y="2277947"/>
            <a:ext cx="5049706" cy="5049706"/>
          </a:xfrm>
          <a:custGeom>
            <a:avLst/>
            <a:gdLst/>
            <a:ahLst/>
            <a:cxnLst/>
            <a:rect r="r" b="b" t="t" l="l"/>
            <a:pathLst>
              <a:path h="5049706" w="5049706">
                <a:moveTo>
                  <a:pt x="0" y="0"/>
                </a:moveTo>
                <a:lnTo>
                  <a:pt x="5049706" y="0"/>
                </a:lnTo>
                <a:lnTo>
                  <a:pt x="5049706" y="5049707"/>
                </a:lnTo>
                <a:lnTo>
                  <a:pt x="0" y="5049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25115" y="52189"/>
            <a:ext cx="13837770" cy="119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 </a:t>
            </a:r>
            <a:r>
              <a:rPr lang="en-US" sz="6999">
                <a:solidFill>
                  <a:srgbClr val="104950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How Does LU Decomposition Work?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7647" y="1900122"/>
            <a:ext cx="1141976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Loubag"/>
                <a:ea typeface="Loubag"/>
                <a:cs typeface="Loubag"/>
                <a:sym typeface="Loubag"/>
              </a:rPr>
              <a:t>A square matrix A is decomposed into L × U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0441" y="1583606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0441" y="662358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30441" y="410359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10"/>
                </a:lnTo>
                <a:lnTo>
                  <a:pt x="0" y="20798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87601" y="554840"/>
            <a:ext cx="10831601" cy="9177320"/>
          </a:xfrm>
          <a:custGeom>
            <a:avLst/>
            <a:gdLst/>
            <a:ahLst/>
            <a:cxnLst/>
            <a:rect r="r" b="b" t="t" l="l"/>
            <a:pathLst>
              <a:path h="9177320" w="10831601">
                <a:moveTo>
                  <a:pt x="0" y="0"/>
                </a:moveTo>
                <a:lnTo>
                  <a:pt x="10831601" y="0"/>
                </a:lnTo>
                <a:lnTo>
                  <a:pt x="10831601" y="9177320"/>
                </a:lnTo>
                <a:lnTo>
                  <a:pt x="0" y="91773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6043" y="3033620"/>
            <a:ext cx="5768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208">
                <a:solidFill>
                  <a:srgbClr val="F6E7D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Question 2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96052" y="5499317"/>
            <a:ext cx="3023962" cy="1081487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749180" y="4756150"/>
            <a:ext cx="581062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6E7DA"/>
                </a:solidFill>
                <a:latin typeface="Cloud"/>
                <a:ea typeface="Cloud"/>
                <a:cs typeface="Cloud"/>
                <a:sym typeface="Cloud"/>
              </a:rPr>
              <a:t>Simplify the expression: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259946" y="2277015"/>
            <a:ext cx="535494" cy="692992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897700" y="4762633"/>
            <a:ext cx="1259984" cy="78749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897700" y="7295502"/>
            <a:ext cx="1259984" cy="7874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0441" y="1583606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0441" y="662358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30441" y="410359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10"/>
                </a:lnTo>
                <a:lnTo>
                  <a:pt x="0" y="20798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87601" y="554840"/>
            <a:ext cx="10831601" cy="9177320"/>
          </a:xfrm>
          <a:custGeom>
            <a:avLst/>
            <a:gdLst/>
            <a:ahLst/>
            <a:cxnLst/>
            <a:rect r="r" b="b" t="t" l="l"/>
            <a:pathLst>
              <a:path h="9177320" w="10831601">
                <a:moveTo>
                  <a:pt x="0" y="0"/>
                </a:moveTo>
                <a:lnTo>
                  <a:pt x="10831601" y="0"/>
                </a:lnTo>
                <a:lnTo>
                  <a:pt x="10831601" y="9177320"/>
                </a:lnTo>
                <a:lnTo>
                  <a:pt x="0" y="91773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6043" y="3033620"/>
            <a:ext cx="5768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208">
                <a:solidFill>
                  <a:srgbClr val="F6E7D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Answer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96052" y="5499317"/>
            <a:ext cx="3023962" cy="1081487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749180" y="4756150"/>
            <a:ext cx="581062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6E7DA"/>
                </a:solidFill>
                <a:latin typeface="Cloud"/>
                <a:ea typeface="Cloud"/>
                <a:cs typeface="Cloud"/>
                <a:sym typeface="Cloud"/>
              </a:rPr>
              <a:t>Simplify the expression: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259946" y="2277015"/>
            <a:ext cx="535494" cy="692992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897700" y="4762633"/>
            <a:ext cx="1259984" cy="78749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897700" y="7295502"/>
            <a:ext cx="1259984" cy="78749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4"/>
          <a:srcRect l="0" t="0" r="0" b="0"/>
          <a:stretch>
            <a:fillRect/>
          </a:stretch>
        </p:blipFill>
        <p:spPr>
          <a:xfrm flipH="true" flipV="false" rot="375728">
            <a:off x="15329484" y="7732169"/>
            <a:ext cx="1329456" cy="12829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0441" y="1583606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0441" y="662358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30441" y="410359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10"/>
                </a:lnTo>
                <a:lnTo>
                  <a:pt x="0" y="20798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-383172" y="524935"/>
            <a:ext cx="9102771" cy="9237129"/>
          </a:xfrm>
          <a:custGeom>
            <a:avLst/>
            <a:gdLst/>
            <a:ahLst/>
            <a:cxnLst/>
            <a:rect r="r" b="b" t="t" l="l"/>
            <a:pathLst>
              <a:path h="9237129" w="9102771">
                <a:moveTo>
                  <a:pt x="0" y="0"/>
                </a:moveTo>
                <a:lnTo>
                  <a:pt x="9102771" y="0"/>
                </a:lnTo>
                <a:lnTo>
                  <a:pt x="9102771" y="9237130"/>
                </a:lnTo>
                <a:lnTo>
                  <a:pt x="0" y="92371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84102" y="2468340"/>
            <a:ext cx="5768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208">
                <a:solidFill>
                  <a:srgbClr val="F6E7D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Question 3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22342" y="5684170"/>
            <a:ext cx="2485550" cy="998469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23550" y="4825874"/>
            <a:ext cx="581062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6E7DA"/>
                </a:solidFill>
                <a:latin typeface="Cloud"/>
                <a:ea typeface="Cloud"/>
                <a:cs typeface="Cloud"/>
                <a:sym typeface="Cloud"/>
              </a:rPr>
              <a:t>Simplify the expression: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826639" y="2208623"/>
            <a:ext cx="1402105" cy="817895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885061" y="4789897"/>
            <a:ext cx="1338373" cy="836483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284917" y="7214526"/>
            <a:ext cx="2485550" cy="9984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0441" y="1583606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0441" y="662358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30441" y="410359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10"/>
                </a:lnTo>
                <a:lnTo>
                  <a:pt x="0" y="20798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-383172" y="524935"/>
            <a:ext cx="9102771" cy="9237129"/>
          </a:xfrm>
          <a:custGeom>
            <a:avLst/>
            <a:gdLst/>
            <a:ahLst/>
            <a:cxnLst/>
            <a:rect r="r" b="b" t="t" l="l"/>
            <a:pathLst>
              <a:path h="9237129" w="9102771">
                <a:moveTo>
                  <a:pt x="0" y="0"/>
                </a:moveTo>
                <a:lnTo>
                  <a:pt x="9102771" y="0"/>
                </a:lnTo>
                <a:lnTo>
                  <a:pt x="9102771" y="9237130"/>
                </a:lnTo>
                <a:lnTo>
                  <a:pt x="0" y="92371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84102" y="2468340"/>
            <a:ext cx="5768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208">
                <a:solidFill>
                  <a:srgbClr val="F6E7D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Answer: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22342" y="5684170"/>
            <a:ext cx="2485550" cy="998469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23550" y="4825874"/>
            <a:ext cx="581062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6E7DA"/>
                </a:solidFill>
                <a:latin typeface="Cloud"/>
                <a:ea typeface="Cloud"/>
                <a:cs typeface="Cloud"/>
                <a:sym typeface="Cloud"/>
              </a:rPr>
              <a:t>Simplify the expression: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826639" y="2208623"/>
            <a:ext cx="1402105" cy="817895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885061" y="4789897"/>
            <a:ext cx="1338373" cy="836483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284917" y="7214526"/>
            <a:ext cx="2485550" cy="998469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4"/>
          <a:srcRect l="0" t="0" r="0" b="0"/>
          <a:stretch>
            <a:fillRect/>
          </a:stretch>
        </p:blipFill>
        <p:spPr>
          <a:xfrm flipH="false" flipV="false" rot="375728">
            <a:off x="10396444" y="2394145"/>
            <a:ext cx="1329456" cy="12829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0441" y="1583606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810006">
            <a:off x="-1858909" y="292572"/>
            <a:ext cx="11500046" cy="9701857"/>
          </a:xfrm>
          <a:custGeom>
            <a:avLst/>
            <a:gdLst/>
            <a:ahLst/>
            <a:cxnLst/>
            <a:rect r="r" b="b" t="t" l="l"/>
            <a:pathLst>
              <a:path h="9701857" w="11500046">
                <a:moveTo>
                  <a:pt x="0" y="0"/>
                </a:moveTo>
                <a:lnTo>
                  <a:pt x="11500046" y="0"/>
                </a:lnTo>
                <a:lnTo>
                  <a:pt x="11500046" y="9701856"/>
                </a:lnTo>
                <a:lnTo>
                  <a:pt x="0" y="97018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30441" y="662358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30441" y="410359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10"/>
                </a:lnTo>
                <a:lnTo>
                  <a:pt x="0" y="20798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11635" y="2468340"/>
            <a:ext cx="5768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208">
                <a:solidFill>
                  <a:srgbClr val="F6E7D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Question 4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519207" y="5586755"/>
            <a:ext cx="3329873" cy="1248702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23550" y="4798818"/>
            <a:ext cx="581062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6E7DA"/>
                </a:solidFill>
                <a:latin typeface="Cloud"/>
                <a:ea typeface="Cloud"/>
                <a:cs typeface="Cloud"/>
                <a:sym typeface="Cloud"/>
              </a:rPr>
              <a:t>Simplify the expression: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712084" y="2186720"/>
            <a:ext cx="1664936" cy="971212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474236" y="7290642"/>
            <a:ext cx="2140632" cy="1050495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028810" y="4774535"/>
            <a:ext cx="997765" cy="7379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0441" y="1583606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0441" y="662358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30441" y="410359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10"/>
                </a:lnTo>
                <a:lnTo>
                  <a:pt x="0" y="20798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810006">
            <a:off x="-1858909" y="292572"/>
            <a:ext cx="11500046" cy="9701857"/>
          </a:xfrm>
          <a:custGeom>
            <a:avLst/>
            <a:gdLst/>
            <a:ahLst/>
            <a:cxnLst/>
            <a:rect r="r" b="b" t="t" l="l"/>
            <a:pathLst>
              <a:path h="9701857" w="11500046">
                <a:moveTo>
                  <a:pt x="0" y="0"/>
                </a:moveTo>
                <a:lnTo>
                  <a:pt x="11500046" y="0"/>
                </a:lnTo>
                <a:lnTo>
                  <a:pt x="11500046" y="9701856"/>
                </a:lnTo>
                <a:lnTo>
                  <a:pt x="0" y="97018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11635" y="2468340"/>
            <a:ext cx="5768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208">
                <a:solidFill>
                  <a:srgbClr val="F6E7D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Answer: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519207" y="5586755"/>
            <a:ext cx="3329873" cy="1248702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23550" y="4798818"/>
            <a:ext cx="581062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6E7DA"/>
                </a:solidFill>
                <a:latin typeface="Cloud"/>
                <a:ea typeface="Cloud"/>
                <a:cs typeface="Cloud"/>
                <a:sym typeface="Cloud"/>
              </a:rPr>
              <a:t>Simplify the expression: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712084" y="2186720"/>
            <a:ext cx="1664936" cy="971212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474236" y="7290642"/>
            <a:ext cx="2140632" cy="1050495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028810" y="4774535"/>
            <a:ext cx="997765" cy="73793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4"/>
          <a:srcRect l="0" t="0" r="0" b="0"/>
          <a:stretch>
            <a:fillRect/>
          </a:stretch>
        </p:blipFill>
        <p:spPr>
          <a:xfrm flipH="true" flipV="false" rot="375728">
            <a:off x="15661054" y="7732169"/>
            <a:ext cx="1329456" cy="12829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653839" y="958467"/>
            <a:ext cx="7119788" cy="8370066"/>
            <a:chOff x="0" y="0"/>
            <a:chExt cx="9493051" cy="111600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62748" cy="11160089"/>
            </a:xfrm>
            <a:custGeom>
              <a:avLst/>
              <a:gdLst/>
              <a:ahLst/>
              <a:cxnLst/>
              <a:rect r="r" b="b" t="t" l="l"/>
              <a:pathLst>
                <a:path h="11160089" w="7162748">
                  <a:moveTo>
                    <a:pt x="0" y="0"/>
                  </a:moveTo>
                  <a:lnTo>
                    <a:pt x="7162748" y="0"/>
                  </a:lnTo>
                  <a:lnTo>
                    <a:pt x="7162748" y="11160089"/>
                  </a:lnTo>
                  <a:lnTo>
                    <a:pt x="0" y="11160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330303" y="0"/>
              <a:ext cx="7162748" cy="11160089"/>
            </a:xfrm>
            <a:custGeom>
              <a:avLst/>
              <a:gdLst/>
              <a:ahLst/>
              <a:cxnLst/>
              <a:rect r="r" b="b" t="t" l="l"/>
              <a:pathLst>
                <a:path h="11160089" w="7162748">
                  <a:moveTo>
                    <a:pt x="0" y="0"/>
                  </a:moveTo>
                  <a:lnTo>
                    <a:pt x="7162748" y="0"/>
                  </a:lnTo>
                  <a:lnTo>
                    <a:pt x="7162748" y="11160089"/>
                  </a:lnTo>
                  <a:lnTo>
                    <a:pt x="0" y="11160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329621" y="2468340"/>
            <a:ext cx="5768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208">
                <a:solidFill>
                  <a:srgbClr val="F6E7D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Question 5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330441" y="1583606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30441" y="662358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30441" y="410359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10"/>
                </a:lnTo>
                <a:lnTo>
                  <a:pt x="0" y="20798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046320" y="2036497"/>
            <a:ext cx="1010968" cy="1174027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329621" y="4708691"/>
            <a:ext cx="581062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6E7DA"/>
                </a:solidFill>
                <a:latin typeface="Cloud"/>
                <a:ea typeface="Cloud"/>
                <a:cs typeface="Cloud"/>
                <a:sym typeface="Cloud"/>
              </a:rPr>
              <a:t>Simplify the expression: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443890" y="5735739"/>
            <a:ext cx="3844486" cy="1200131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067449" y="4731199"/>
            <a:ext cx="920486" cy="824602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492145" y="7155304"/>
            <a:ext cx="2071096" cy="10163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653839" y="958467"/>
            <a:ext cx="7119788" cy="8370066"/>
            <a:chOff x="0" y="0"/>
            <a:chExt cx="9493051" cy="111600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62748" cy="11160089"/>
            </a:xfrm>
            <a:custGeom>
              <a:avLst/>
              <a:gdLst/>
              <a:ahLst/>
              <a:cxnLst/>
              <a:rect r="r" b="b" t="t" l="l"/>
              <a:pathLst>
                <a:path h="11160089" w="7162748">
                  <a:moveTo>
                    <a:pt x="0" y="0"/>
                  </a:moveTo>
                  <a:lnTo>
                    <a:pt x="7162748" y="0"/>
                  </a:lnTo>
                  <a:lnTo>
                    <a:pt x="7162748" y="11160089"/>
                  </a:lnTo>
                  <a:lnTo>
                    <a:pt x="0" y="11160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330303" y="0"/>
              <a:ext cx="7162748" cy="11160089"/>
            </a:xfrm>
            <a:custGeom>
              <a:avLst/>
              <a:gdLst/>
              <a:ahLst/>
              <a:cxnLst/>
              <a:rect r="r" b="b" t="t" l="l"/>
              <a:pathLst>
                <a:path h="11160089" w="7162748">
                  <a:moveTo>
                    <a:pt x="0" y="0"/>
                  </a:moveTo>
                  <a:lnTo>
                    <a:pt x="7162748" y="0"/>
                  </a:lnTo>
                  <a:lnTo>
                    <a:pt x="7162748" y="11160089"/>
                  </a:lnTo>
                  <a:lnTo>
                    <a:pt x="0" y="11160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329621" y="2468340"/>
            <a:ext cx="5768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208">
                <a:solidFill>
                  <a:srgbClr val="F6E7D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Answer: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330441" y="1583606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30441" y="662358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30441" y="410359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10"/>
                </a:lnTo>
                <a:lnTo>
                  <a:pt x="0" y="20798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046320" y="2036497"/>
            <a:ext cx="1010968" cy="1174027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329621" y="4708691"/>
            <a:ext cx="581062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6E7DA"/>
                </a:solidFill>
                <a:latin typeface="Cloud"/>
                <a:ea typeface="Cloud"/>
                <a:cs typeface="Cloud"/>
                <a:sym typeface="Cloud"/>
              </a:rPr>
              <a:t>Simplify the expression: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443890" y="5735739"/>
            <a:ext cx="3844486" cy="1200131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067449" y="4731199"/>
            <a:ext cx="920486" cy="824602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492145" y="7155304"/>
            <a:ext cx="2071096" cy="1016371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rcRect l="0" t="0" r="0" b="0"/>
          <a:stretch>
            <a:fillRect/>
          </a:stretch>
        </p:blipFill>
        <p:spPr>
          <a:xfrm flipH="false" flipV="false" rot="375728">
            <a:off x="10396444" y="2394145"/>
            <a:ext cx="1329456" cy="12829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0441" y="1583606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0441" y="662358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30441" y="410359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10"/>
                </a:lnTo>
                <a:lnTo>
                  <a:pt x="0" y="20798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686095">
            <a:off x="-1030590" y="-194740"/>
            <a:ext cx="10283930" cy="10190439"/>
          </a:xfrm>
          <a:custGeom>
            <a:avLst/>
            <a:gdLst/>
            <a:ahLst/>
            <a:cxnLst/>
            <a:rect r="r" b="b" t="t" l="l"/>
            <a:pathLst>
              <a:path h="10190439" w="10283930">
                <a:moveTo>
                  <a:pt x="0" y="0"/>
                </a:moveTo>
                <a:lnTo>
                  <a:pt x="10283929" y="0"/>
                </a:lnTo>
                <a:lnTo>
                  <a:pt x="10283929" y="10190439"/>
                </a:lnTo>
                <a:lnTo>
                  <a:pt x="0" y="101904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40330" y="2766386"/>
            <a:ext cx="5768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208">
                <a:solidFill>
                  <a:srgbClr val="F6E7D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Question 6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117611" y="5513898"/>
            <a:ext cx="4382225" cy="1339013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640330" y="4756150"/>
            <a:ext cx="581062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DF1"/>
                </a:solidFill>
                <a:latin typeface="Cloud"/>
                <a:ea typeface="Cloud"/>
                <a:cs typeface="Cloud"/>
                <a:sym typeface="Cloud"/>
              </a:rPr>
              <a:t>Simplify the expression: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598129" y="7204241"/>
            <a:ext cx="1859126" cy="918496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086860" y="4387493"/>
            <a:ext cx="2881663" cy="129777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217060" y="2048740"/>
            <a:ext cx="2621263" cy="109219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0441" y="1583606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0441" y="662358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30441" y="410359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10"/>
                </a:lnTo>
                <a:lnTo>
                  <a:pt x="0" y="20798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686095">
            <a:off x="-1030590" y="-194740"/>
            <a:ext cx="10283930" cy="10190439"/>
          </a:xfrm>
          <a:custGeom>
            <a:avLst/>
            <a:gdLst/>
            <a:ahLst/>
            <a:cxnLst/>
            <a:rect r="r" b="b" t="t" l="l"/>
            <a:pathLst>
              <a:path h="10190439" w="10283930">
                <a:moveTo>
                  <a:pt x="0" y="0"/>
                </a:moveTo>
                <a:lnTo>
                  <a:pt x="10283929" y="0"/>
                </a:lnTo>
                <a:lnTo>
                  <a:pt x="10283929" y="10190439"/>
                </a:lnTo>
                <a:lnTo>
                  <a:pt x="0" y="101904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40330" y="2766386"/>
            <a:ext cx="5768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208">
                <a:solidFill>
                  <a:srgbClr val="F6E7D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Answer: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117611" y="5513898"/>
            <a:ext cx="4382225" cy="1339013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640330" y="4756150"/>
            <a:ext cx="581062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DF1"/>
                </a:solidFill>
                <a:latin typeface="Cloud"/>
                <a:ea typeface="Cloud"/>
                <a:cs typeface="Cloud"/>
                <a:sym typeface="Cloud"/>
              </a:rPr>
              <a:t>Simplify the expression: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598129" y="7204241"/>
            <a:ext cx="1859126" cy="918496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086860" y="4387493"/>
            <a:ext cx="2881663" cy="129777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217060" y="2048740"/>
            <a:ext cx="2621263" cy="1092193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4"/>
          <a:srcRect l="0" t="0" r="0" b="0"/>
          <a:stretch>
            <a:fillRect/>
          </a:stretch>
        </p:blipFill>
        <p:spPr>
          <a:xfrm flipH="true" flipV="false" rot="-753733">
            <a:off x="15863841" y="4969159"/>
            <a:ext cx="1329456" cy="12829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0441" y="1583606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0441" y="662358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30441" y="410359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10"/>
                </a:lnTo>
                <a:lnTo>
                  <a:pt x="0" y="20798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41394" y="829873"/>
            <a:ext cx="9885394" cy="8627253"/>
          </a:xfrm>
          <a:custGeom>
            <a:avLst/>
            <a:gdLst/>
            <a:ahLst/>
            <a:cxnLst/>
            <a:rect r="r" b="b" t="t" l="l"/>
            <a:pathLst>
              <a:path h="8627253" w="9885394">
                <a:moveTo>
                  <a:pt x="0" y="0"/>
                </a:moveTo>
                <a:lnTo>
                  <a:pt x="9885394" y="0"/>
                </a:lnTo>
                <a:lnTo>
                  <a:pt x="9885394" y="8627254"/>
                </a:lnTo>
                <a:lnTo>
                  <a:pt x="0" y="86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297560" y="5093380"/>
            <a:ext cx="4220946" cy="1280984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428587" y="1934252"/>
            <a:ext cx="4198210" cy="1378517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897700" y="4762633"/>
            <a:ext cx="1259984" cy="78749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592154" y="7244578"/>
            <a:ext cx="1871076" cy="889339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523921" y="2448707"/>
            <a:ext cx="5768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208">
                <a:solidFill>
                  <a:srgbClr val="F6E7D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Question 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7336" y="4480282"/>
            <a:ext cx="581062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6E7DA"/>
                </a:solidFill>
                <a:latin typeface="Cloud"/>
                <a:ea typeface="Cloud"/>
                <a:cs typeface="Cloud"/>
                <a:sym typeface="Cloud"/>
              </a:rPr>
              <a:t>Simplify the expression: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0441" y="1583606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0441" y="662358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30441" y="410359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10"/>
                </a:lnTo>
                <a:lnTo>
                  <a:pt x="0" y="20798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41394" y="829873"/>
            <a:ext cx="9885394" cy="8627253"/>
          </a:xfrm>
          <a:custGeom>
            <a:avLst/>
            <a:gdLst/>
            <a:ahLst/>
            <a:cxnLst/>
            <a:rect r="r" b="b" t="t" l="l"/>
            <a:pathLst>
              <a:path h="8627253" w="9885394">
                <a:moveTo>
                  <a:pt x="0" y="0"/>
                </a:moveTo>
                <a:lnTo>
                  <a:pt x="9885394" y="0"/>
                </a:lnTo>
                <a:lnTo>
                  <a:pt x="9885394" y="8627254"/>
                </a:lnTo>
                <a:lnTo>
                  <a:pt x="0" y="86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297560" y="5093380"/>
            <a:ext cx="4220946" cy="1280984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428587" y="1934252"/>
            <a:ext cx="4198210" cy="1378517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897700" y="4762633"/>
            <a:ext cx="1259984" cy="78749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592154" y="7244578"/>
            <a:ext cx="1871076" cy="889339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523921" y="2448707"/>
            <a:ext cx="5768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208">
                <a:solidFill>
                  <a:srgbClr val="F6E7D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Answer: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7336" y="4480282"/>
            <a:ext cx="581062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6E7DA"/>
                </a:solidFill>
                <a:latin typeface="Cloud"/>
                <a:ea typeface="Cloud"/>
                <a:cs typeface="Cloud"/>
                <a:sym typeface="Cloud"/>
              </a:rPr>
              <a:t>Simplify the expression: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4"/>
          <a:srcRect l="0" t="0" r="0" b="0"/>
          <a:stretch>
            <a:fillRect/>
          </a:stretch>
        </p:blipFill>
        <p:spPr>
          <a:xfrm flipH="false" flipV="false" rot="375728">
            <a:off x="9937722" y="7336531"/>
            <a:ext cx="1329456" cy="12829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0441" y="1583606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0441" y="662358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30441" y="410359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10"/>
                </a:lnTo>
                <a:lnTo>
                  <a:pt x="0" y="20798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1937" y="-165303"/>
            <a:ext cx="9637628" cy="9164508"/>
          </a:xfrm>
          <a:custGeom>
            <a:avLst/>
            <a:gdLst/>
            <a:ahLst/>
            <a:cxnLst/>
            <a:rect r="r" b="b" t="t" l="l"/>
            <a:pathLst>
              <a:path h="9164508" w="9637628">
                <a:moveTo>
                  <a:pt x="0" y="0"/>
                </a:moveTo>
                <a:lnTo>
                  <a:pt x="9637629" y="0"/>
                </a:lnTo>
                <a:lnTo>
                  <a:pt x="9637629" y="9164508"/>
                </a:lnTo>
                <a:lnTo>
                  <a:pt x="0" y="91645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297560" y="5093380"/>
            <a:ext cx="4220946" cy="1280984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855509" y="1995768"/>
            <a:ext cx="1766285" cy="127565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675249" y="4553604"/>
            <a:ext cx="1704886" cy="1231307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592154" y="7244578"/>
            <a:ext cx="1871076" cy="889339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523921" y="2448707"/>
            <a:ext cx="5768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208">
                <a:solidFill>
                  <a:srgbClr val="F6E7D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Question 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7336" y="4480282"/>
            <a:ext cx="581062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6E7DA"/>
                </a:solidFill>
                <a:latin typeface="Cloud"/>
                <a:ea typeface="Cloud"/>
                <a:cs typeface="Cloud"/>
                <a:sym typeface="Cloud"/>
              </a:rPr>
              <a:t>Simplify the expression: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0441" y="1583606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0441" y="662358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30441" y="410359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10"/>
                </a:lnTo>
                <a:lnTo>
                  <a:pt x="0" y="20798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1937" y="-165303"/>
            <a:ext cx="9637628" cy="9164508"/>
          </a:xfrm>
          <a:custGeom>
            <a:avLst/>
            <a:gdLst/>
            <a:ahLst/>
            <a:cxnLst/>
            <a:rect r="r" b="b" t="t" l="l"/>
            <a:pathLst>
              <a:path h="9164508" w="9637628">
                <a:moveTo>
                  <a:pt x="0" y="0"/>
                </a:moveTo>
                <a:lnTo>
                  <a:pt x="9637629" y="0"/>
                </a:lnTo>
                <a:lnTo>
                  <a:pt x="9637629" y="9164508"/>
                </a:lnTo>
                <a:lnTo>
                  <a:pt x="0" y="91645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297560" y="5093380"/>
            <a:ext cx="4220946" cy="1280984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855509" y="1995768"/>
            <a:ext cx="1766285" cy="127565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675249" y="4553604"/>
            <a:ext cx="1704886" cy="1231307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592154" y="7244578"/>
            <a:ext cx="1871076" cy="889339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523921" y="2448707"/>
            <a:ext cx="5768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208">
                <a:solidFill>
                  <a:srgbClr val="F6E7D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Answer: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7336" y="4480282"/>
            <a:ext cx="581062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6E7DA"/>
                </a:solidFill>
                <a:latin typeface="Cloud"/>
                <a:ea typeface="Cloud"/>
                <a:cs typeface="Cloud"/>
                <a:sym typeface="Cloud"/>
              </a:rPr>
              <a:t>Simplify the expression: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4"/>
          <a:srcRect l="0" t="0" r="0" b="0"/>
          <a:stretch>
            <a:fillRect/>
          </a:stretch>
        </p:blipFill>
        <p:spPr>
          <a:xfrm flipH="true" flipV="false" rot="-753733">
            <a:off x="15806239" y="2272180"/>
            <a:ext cx="1329456" cy="12829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0441" y="1583606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0441" y="662358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30441" y="410359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10"/>
                </a:lnTo>
                <a:lnTo>
                  <a:pt x="0" y="20798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133542"/>
            <a:ext cx="7696362" cy="8124758"/>
          </a:xfrm>
          <a:custGeom>
            <a:avLst/>
            <a:gdLst/>
            <a:ahLst/>
            <a:cxnLst/>
            <a:rect r="r" b="b" t="t" l="l"/>
            <a:pathLst>
              <a:path h="8124758" w="7696362">
                <a:moveTo>
                  <a:pt x="0" y="0"/>
                </a:moveTo>
                <a:lnTo>
                  <a:pt x="7696362" y="0"/>
                </a:lnTo>
                <a:lnTo>
                  <a:pt x="7696362" y="8124758"/>
                </a:lnTo>
                <a:lnTo>
                  <a:pt x="0" y="81247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73775" y="5151954"/>
            <a:ext cx="4006213" cy="1365301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409691" y="2043007"/>
            <a:ext cx="2365826" cy="1161007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422673" y="4511508"/>
            <a:ext cx="2210038" cy="1315499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345698" y="7047942"/>
            <a:ext cx="2579436" cy="1329709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222926" y="2448707"/>
            <a:ext cx="5768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208">
                <a:solidFill>
                  <a:srgbClr val="F6E7D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Question 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80528" y="4454525"/>
            <a:ext cx="581062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6E7DA"/>
                </a:solidFill>
                <a:latin typeface="Cloud"/>
                <a:ea typeface="Cloud"/>
                <a:cs typeface="Cloud"/>
                <a:sym typeface="Cloud"/>
              </a:rPr>
              <a:t>Simplify the expression: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0441" y="1583606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0441" y="662358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30441" y="410359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10"/>
                </a:lnTo>
                <a:lnTo>
                  <a:pt x="0" y="20798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133542"/>
            <a:ext cx="7696362" cy="8124758"/>
          </a:xfrm>
          <a:custGeom>
            <a:avLst/>
            <a:gdLst/>
            <a:ahLst/>
            <a:cxnLst/>
            <a:rect r="r" b="b" t="t" l="l"/>
            <a:pathLst>
              <a:path h="8124758" w="7696362">
                <a:moveTo>
                  <a:pt x="0" y="0"/>
                </a:moveTo>
                <a:lnTo>
                  <a:pt x="7696362" y="0"/>
                </a:lnTo>
                <a:lnTo>
                  <a:pt x="7696362" y="8124758"/>
                </a:lnTo>
                <a:lnTo>
                  <a:pt x="0" y="81247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73775" y="5151954"/>
            <a:ext cx="4006213" cy="1365301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409691" y="2043007"/>
            <a:ext cx="2365826" cy="1161007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422673" y="4511508"/>
            <a:ext cx="2210038" cy="1315499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345698" y="7047942"/>
            <a:ext cx="2579436" cy="1329709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222926" y="2448707"/>
            <a:ext cx="5768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208">
                <a:solidFill>
                  <a:srgbClr val="F6E7D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Answer: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80528" y="4454525"/>
            <a:ext cx="581062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6E7DA"/>
                </a:solidFill>
                <a:latin typeface="Cloud"/>
                <a:ea typeface="Cloud"/>
                <a:cs typeface="Cloud"/>
                <a:sym typeface="Cloud"/>
              </a:rPr>
              <a:t>Simplify the expression: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4"/>
          <a:srcRect l="0" t="0" r="0" b="0"/>
          <a:stretch>
            <a:fillRect/>
          </a:stretch>
        </p:blipFill>
        <p:spPr>
          <a:xfrm flipH="false" flipV="false" rot="375728">
            <a:off x="9937722" y="7336531"/>
            <a:ext cx="1329456" cy="12829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0441" y="1583606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0441" y="662358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30441" y="410359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10"/>
                </a:lnTo>
                <a:lnTo>
                  <a:pt x="0" y="20798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810006">
            <a:off x="-1607930" y="33615"/>
            <a:ext cx="11500046" cy="9701857"/>
          </a:xfrm>
          <a:custGeom>
            <a:avLst/>
            <a:gdLst/>
            <a:ahLst/>
            <a:cxnLst/>
            <a:rect r="r" b="b" t="t" l="l"/>
            <a:pathLst>
              <a:path h="9701857" w="11500046">
                <a:moveTo>
                  <a:pt x="0" y="0"/>
                </a:moveTo>
                <a:lnTo>
                  <a:pt x="11500045" y="0"/>
                </a:lnTo>
                <a:lnTo>
                  <a:pt x="11500045" y="9701857"/>
                </a:lnTo>
                <a:lnTo>
                  <a:pt x="0" y="9701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11635" y="2468340"/>
            <a:ext cx="5768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208">
                <a:solidFill>
                  <a:srgbClr val="104950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Question 10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35022" y="5429732"/>
            <a:ext cx="5214139" cy="1628364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23550" y="4798818"/>
            <a:ext cx="581062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04950"/>
                </a:solidFill>
                <a:latin typeface="Cloud"/>
                <a:ea typeface="Cloud"/>
                <a:cs typeface="Cloud"/>
                <a:sym typeface="Cloud"/>
              </a:rPr>
              <a:t>Simplify the expression: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849709" y="1930994"/>
            <a:ext cx="3389686" cy="1385033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254398" y="6998410"/>
            <a:ext cx="2580308" cy="1330158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718556" y="4441973"/>
            <a:ext cx="3433787" cy="140305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0441" y="1583606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810006">
            <a:off x="-1607930" y="33615"/>
            <a:ext cx="11500046" cy="9701857"/>
          </a:xfrm>
          <a:custGeom>
            <a:avLst/>
            <a:gdLst/>
            <a:ahLst/>
            <a:cxnLst/>
            <a:rect r="r" b="b" t="t" l="l"/>
            <a:pathLst>
              <a:path h="9701857" w="11500046">
                <a:moveTo>
                  <a:pt x="0" y="0"/>
                </a:moveTo>
                <a:lnTo>
                  <a:pt x="11500045" y="0"/>
                </a:lnTo>
                <a:lnTo>
                  <a:pt x="11500045" y="9701857"/>
                </a:lnTo>
                <a:lnTo>
                  <a:pt x="0" y="9701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30441" y="662358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09"/>
                </a:lnTo>
                <a:lnTo>
                  <a:pt x="0" y="2079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30441" y="4103595"/>
            <a:ext cx="6394502" cy="2079809"/>
          </a:xfrm>
          <a:custGeom>
            <a:avLst/>
            <a:gdLst/>
            <a:ahLst/>
            <a:cxnLst/>
            <a:rect r="r" b="b" t="t" l="l"/>
            <a:pathLst>
              <a:path h="2079809" w="6394502">
                <a:moveTo>
                  <a:pt x="0" y="0"/>
                </a:moveTo>
                <a:lnTo>
                  <a:pt x="6394502" y="0"/>
                </a:lnTo>
                <a:lnTo>
                  <a:pt x="6394502" y="2079810"/>
                </a:lnTo>
                <a:lnTo>
                  <a:pt x="0" y="20798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11635" y="2468340"/>
            <a:ext cx="5768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208">
                <a:solidFill>
                  <a:srgbClr val="104950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Answer: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35022" y="5429732"/>
            <a:ext cx="5214139" cy="1628364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23550" y="4798818"/>
            <a:ext cx="581062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04950"/>
                </a:solidFill>
                <a:latin typeface="Cloud"/>
                <a:ea typeface="Cloud"/>
                <a:cs typeface="Cloud"/>
                <a:sym typeface="Cloud"/>
              </a:rPr>
              <a:t>Simplify the expression: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849709" y="1930994"/>
            <a:ext cx="3389686" cy="1385033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254398" y="6998410"/>
            <a:ext cx="2580308" cy="1330158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718556" y="4441973"/>
            <a:ext cx="3433787" cy="1403053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4"/>
          <a:srcRect l="0" t="0" r="0" b="0"/>
          <a:stretch>
            <a:fillRect/>
          </a:stretch>
        </p:blipFill>
        <p:spPr>
          <a:xfrm flipH="true" flipV="false" rot="-753733">
            <a:off x="15806239" y="5013765"/>
            <a:ext cx="1329456" cy="12829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5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012"/>
            <a:ext cx="16230600" cy="8638977"/>
            <a:chOff x="0" y="0"/>
            <a:chExt cx="21640800" cy="11518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40800" cy="9679340"/>
            </a:xfrm>
            <a:custGeom>
              <a:avLst/>
              <a:gdLst/>
              <a:ahLst/>
              <a:cxnLst/>
              <a:rect r="r" b="b" t="t" l="l"/>
              <a:pathLst>
                <a:path h="9679340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9679340"/>
                  </a:lnTo>
                  <a:lnTo>
                    <a:pt x="0" y="9679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1839296"/>
              <a:ext cx="21640800" cy="9679340"/>
            </a:xfrm>
            <a:custGeom>
              <a:avLst/>
              <a:gdLst/>
              <a:ahLst/>
              <a:cxnLst/>
              <a:rect r="r" b="b" t="t" l="l"/>
              <a:pathLst>
                <a:path h="9679340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9679340"/>
                  </a:lnTo>
                  <a:lnTo>
                    <a:pt x="0" y="9679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662352">
            <a:off x="12592873" y="4281506"/>
            <a:ext cx="3144219" cy="4097916"/>
          </a:xfrm>
          <a:custGeom>
            <a:avLst/>
            <a:gdLst/>
            <a:ahLst/>
            <a:cxnLst/>
            <a:rect r="r" b="b" t="t" l="l"/>
            <a:pathLst>
              <a:path h="4097916" w="3144219">
                <a:moveTo>
                  <a:pt x="0" y="0"/>
                </a:moveTo>
                <a:lnTo>
                  <a:pt x="3144220" y="0"/>
                </a:lnTo>
                <a:lnTo>
                  <a:pt x="3144220" y="4097916"/>
                </a:lnTo>
                <a:lnTo>
                  <a:pt x="0" y="4097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03774" y="2030968"/>
            <a:ext cx="8774424" cy="1691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5"/>
              </a:lnSpc>
            </a:pPr>
            <a:r>
              <a:rPr lang="en-US" sz="12605" spc="327">
                <a:solidFill>
                  <a:srgbClr val="104950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Instructions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03774" y="4333132"/>
            <a:ext cx="7612690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04950"/>
                </a:solidFill>
                <a:latin typeface="Cloud"/>
                <a:ea typeface="Cloud"/>
                <a:cs typeface="Cloud"/>
                <a:sym typeface="Cloud"/>
              </a:rPr>
              <a:t>This quiz consists of 10 multiple-choice questions. Write your answers on your mini-whiteboard and raise it when your teacher instructs you to do so.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657136">
            <a:off x="15524007" y="2861521"/>
            <a:ext cx="1152663" cy="1156870"/>
          </a:xfrm>
          <a:custGeom>
            <a:avLst/>
            <a:gdLst/>
            <a:ahLst/>
            <a:cxnLst/>
            <a:rect r="r" b="b" t="t" l="l"/>
            <a:pathLst>
              <a:path h="1156870" w="1152663">
                <a:moveTo>
                  <a:pt x="0" y="0"/>
                </a:moveTo>
                <a:lnTo>
                  <a:pt x="1152663" y="0"/>
                </a:lnTo>
                <a:lnTo>
                  <a:pt x="1152663" y="1156869"/>
                </a:lnTo>
                <a:lnTo>
                  <a:pt x="0" y="11568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06013">
            <a:off x="10269148" y="7344526"/>
            <a:ext cx="1294711" cy="1242923"/>
          </a:xfrm>
          <a:custGeom>
            <a:avLst/>
            <a:gdLst/>
            <a:ahLst/>
            <a:cxnLst/>
            <a:rect r="r" b="b" t="t" l="l"/>
            <a:pathLst>
              <a:path h="1242923" w="1294711">
                <a:moveTo>
                  <a:pt x="0" y="0"/>
                </a:moveTo>
                <a:lnTo>
                  <a:pt x="1294711" y="0"/>
                </a:lnTo>
                <a:lnTo>
                  <a:pt x="1294711" y="1242923"/>
                </a:lnTo>
                <a:lnTo>
                  <a:pt x="0" y="12429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81100" y="976412"/>
            <a:ext cx="16230600" cy="8638977"/>
            <a:chOff x="0" y="0"/>
            <a:chExt cx="21640800" cy="115186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640800" cy="9679340"/>
            </a:xfrm>
            <a:custGeom>
              <a:avLst/>
              <a:gdLst/>
              <a:ahLst/>
              <a:cxnLst/>
              <a:rect r="r" b="b" t="t" l="l"/>
              <a:pathLst>
                <a:path h="9679340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9679340"/>
                  </a:lnTo>
                  <a:lnTo>
                    <a:pt x="0" y="9679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839296"/>
              <a:ext cx="21640800" cy="9679340"/>
            </a:xfrm>
            <a:custGeom>
              <a:avLst/>
              <a:gdLst/>
              <a:ahLst/>
              <a:cxnLst/>
              <a:rect r="r" b="b" t="t" l="l"/>
              <a:pathLst>
                <a:path h="9679340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9679340"/>
                  </a:lnTo>
                  <a:lnTo>
                    <a:pt x="0" y="9679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8128326" y="6624570"/>
            <a:ext cx="2017967" cy="2017967"/>
          </a:xfrm>
          <a:custGeom>
            <a:avLst/>
            <a:gdLst/>
            <a:ahLst/>
            <a:cxnLst/>
            <a:rect r="r" b="b" t="t" l="l"/>
            <a:pathLst>
              <a:path h="2017967" w="2017967">
                <a:moveTo>
                  <a:pt x="0" y="0"/>
                </a:moveTo>
                <a:lnTo>
                  <a:pt x="2017968" y="0"/>
                </a:lnTo>
                <a:lnTo>
                  <a:pt x="2017968" y="2017967"/>
                </a:lnTo>
                <a:lnTo>
                  <a:pt x="0" y="20179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28612" y="6635594"/>
            <a:ext cx="1995919" cy="1995919"/>
          </a:xfrm>
          <a:custGeom>
            <a:avLst/>
            <a:gdLst/>
            <a:ahLst/>
            <a:cxnLst/>
            <a:rect r="r" b="b" t="t" l="l"/>
            <a:pathLst>
              <a:path h="1995919" w="1995919">
                <a:moveTo>
                  <a:pt x="0" y="0"/>
                </a:moveTo>
                <a:lnTo>
                  <a:pt x="1995920" y="0"/>
                </a:lnTo>
                <a:lnTo>
                  <a:pt x="1995920" y="1995919"/>
                </a:lnTo>
                <a:lnTo>
                  <a:pt x="0" y="199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450088" y="6628904"/>
            <a:ext cx="2009299" cy="2009299"/>
          </a:xfrm>
          <a:custGeom>
            <a:avLst/>
            <a:gdLst/>
            <a:ahLst/>
            <a:cxnLst/>
            <a:rect r="r" b="b" t="t" l="l"/>
            <a:pathLst>
              <a:path h="2009299" w="2009299">
                <a:moveTo>
                  <a:pt x="0" y="0"/>
                </a:moveTo>
                <a:lnTo>
                  <a:pt x="2009300" y="0"/>
                </a:lnTo>
                <a:lnTo>
                  <a:pt x="2009300" y="2009299"/>
                </a:lnTo>
                <a:lnTo>
                  <a:pt x="0" y="200929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695225" y="2554882"/>
            <a:ext cx="9202349" cy="363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23"/>
              </a:lnSpc>
            </a:pPr>
            <a:r>
              <a:rPr lang="en-US" sz="13923" spc="362">
                <a:solidFill>
                  <a:srgbClr val="104950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Thank You EveryOne!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563312">
            <a:off x="383572" y="577453"/>
            <a:ext cx="1595055" cy="1600876"/>
          </a:xfrm>
          <a:custGeom>
            <a:avLst/>
            <a:gdLst/>
            <a:ahLst/>
            <a:cxnLst/>
            <a:rect r="r" b="b" t="t" l="l"/>
            <a:pathLst>
              <a:path h="1600876" w="1595055">
                <a:moveTo>
                  <a:pt x="0" y="0"/>
                </a:moveTo>
                <a:lnTo>
                  <a:pt x="1595056" y="0"/>
                </a:lnTo>
                <a:lnTo>
                  <a:pt x="1595056" y="1600876"/>
                </a:lnTo>
                <a:lnTo>
                  <a:pt x="0" y="160087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59638">
            <a:off x="2430569" y="1469630"/>
            <a:ext cx="1228245" cy="1179115"/>
          </a:xfrm>
          <a:custGeom>
            <a:avLst/>
            <a:gdLst/>
            <a:ahLst/>
            <a:cxnLst/>
            <a:rect r="r" b="b" t="t" l="l"/>
            <a:pathLst>
              <a:path h="1179115" w="1228245">
                <a:moveTo>
                  <a:pt x="0" y="0"/>
                </a:moveTo>
                <a:lnTo>
                  <a:pt x="1228245" y="0"/>
                </a:lnTo>
                <a:lnTo>
                  <a:pt x="1228245" y="1179115"/>
                </a:lnTo>
                <a:lnTo>
                  <a:pt x="0" y="117911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DAG6RfLHTyk</dc:identifier>
  <dcterms:modified xsi:type="dcterms:W3CDTF">2011-08-01T06:04:30Z</dcterms:modified>
  <cp:revision>1</cp:revision>
  <dc:title>Linear Algebra</dc:title>
</cp:coreProperties>
</file>